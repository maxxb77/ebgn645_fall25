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51"/>
  </p:normalViewPr>
  <p:slideViewPr>
    <p:cSldViewPr snapToGrid="0">
      <p:cViewPr varScale="1">
        <p:scale>
          <a:sx n="106" d="100"/>
          <a:sy n="106" d="100"/>
        </p:scale>
        <p:origin x="8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C5FE5-A4B6-0973-4A06-2BBE5A001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E63E38-CCF8-B8F9-772C-483A3C085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4DB51-E67A-F840-F003-43426118E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46B30-E62C-414B-8863-D2201BA9626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646F5-CF91-B583-8D93-2C22346F0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4A29D-1D2F-6329-01B3-F0603C517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2545-EF86-CE48-B48E-6AEDE4B1A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56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6F3A4-DBAE-EBC8-73A1-8ADA4D11E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EDAC8-5AB5-64FE-2340-DECC22172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DD013-6840-4ED6-09F5-A7C07EEC9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46B30-E62C-414B-8863-D2201BA9626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9F9F6-7904-33B9-8117-845893BD7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F3B60-23DD-0850-FCC7-C90285DE4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2545-EF86-CE48-B48E-6AEDE4B1A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038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CECFF-7D38-8D13-812C-F8FA0DB75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71F7F-D763-5EDF-C3D5-4527B12F5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088D9-8FC1-59F9-0F55-787D46D7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46B30-E62C-414B-8863-D2201BA9626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0A2C-82A9-AFBD-0A76-A27A0DBB0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71006-B3DD-8186-D8EF-72E291FF3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2545-EF86-CE48-B48E-6AEDE4B1A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054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D1F74-DA9A-585D-ABE0-DB6D12E9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92603-6DEC-5F84-A527-416B880BDD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945151-26AE-F0DC-0ED5-0E1B2F32D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6E3EC7-D547-27BE-81E2-242C2D533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46B30-E62C-414B-8863-D2201BA9626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4AE161-770B-A9DD-748F-22D644AF7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1209E-A575-6F8D-097C-506C398E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2545-EF86-CE48-B48E-6AEDE4B1A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387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68991-809E-EC7D-1B9B-BACE382B0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F42AE-0124-D918-1CD1-37D7E5BD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45A2C-7196-A4A6-8648-D4FC9C242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6CA7DA-D8F7-97FF-8E54-BAFA7262EC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84DB95-3664-0941-BF69-32B6304566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09B9BC-84B0-D2F6-272E-29C0098BC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46B30-E62C-414B-8863-D2201BA9626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1E89E1-D8BE-277C-E146-29C3F8BDB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BEDE60-71F6-8AF7-7F02-B9D38ACD9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2545-EF86-CE48-B48E-6AEDE4B1A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07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898AF-A807-111E-9316-18B347F09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3225E7-43A3-74A7-80C8-3A483F031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46B30-E62C-414B-8863-D2201BA9626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8806D5-C934-707E-C66C-C5B4FBCD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C27B66-3976-60AF-9B16-267BFB33E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2545-EF86-CE48-B48E-6AEDE4B1A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595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D6F01F-B35E-E893-95F3-52ADEA8F9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46B30-E62C-414B-8863-D2201BA9626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F85B8B-D961-D421-EF12-0023888F1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983BE-8C86-AB62-413F-C9306F15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2545-EF86-CE48-B48E-6AEDE4B1A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801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D38ED-5615-41B8-004F-CAD67AB45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B7F81-7005-9AAB-F371-CB25E44C6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2486B5-E1F5-D9B6-28EF-0CAE7AA29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4E691-1EB5-7DDE-72C8-85DA39A9E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46B30-E62C-414B-8863-D2201BA9626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189DD-DE47-5A37-6C63-822BCCD0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8F3B5-B91B-C5D9-5D6D-9197126B3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2545-EF86-CE48-B48E-6AEDE4B1A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70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3A837-BCE2-5461-FA06-20A576A8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FA695B-AAC1-C501-461C-D800F0736A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831D1-5EF1-E984-3BB1-DFA88DEAF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C07CD-8BAD-F0C7-BD63-139DA85DC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46B30-E62C-414B-8863-D2201BA9626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A5C0B-A443-2CF0-4164-08AD028D6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FE5A3-0CCC-3059-D305-0ECE91161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2545-EF86-CE48-B48E-6AEDE4B1A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20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37843-B383-A02B-1384-5149D3B03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936697-F196-55DD-664F-3FDC6326C1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51CE3-C337-ADEC-059A-08C065404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46B30-E62C-414B-8863-D2201BA9626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DACFA-10D3-BB29-8FD9-0496BE712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97C8C-3A29-73B2-C06E-D52008282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2545-EF86-CE48-B48E-6AEDE4B1A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703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83F856-5D67-2DBE-578D-6F9BA9C7AC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9E6E8B-7E18-BBCC-0F33-62B0704E3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20393-7D2D-3DA3-C337-2F1201B9B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46B30-E62C-414B-8863-D2201BA9626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62A9C-7EF4-1AE2-86E9-89D95651C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48FE0-5DF9-470F-AC90-E72BCF5F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2545-EF86-CE48-B48E-6AEDE4B1A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1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5448B6-2219-DEC7-FF15-F56F2A50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2AE2F-7F98-E13C-9CF4-3D4D74C76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4A8ED-66CC-4BCE-FFBB-2DF481B303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746B30-E62C-414B-8863-D2201BA9626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A6521-6897-C828-8160-3BDA4977E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46303-4B6C-9DB0-3FE6-210AFA6617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282545-EF86-CE48-B48E-6AEDE4B1A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968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BC13B-12BC-D430-6DD0-EC55E06E03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EBGN645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5433D-5EFC-32CD-6172-D6B8972ED7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Cournot models</a:t>
            </a:r>
          </a:p>
          <a:p>
            <a:r>
              <a:rPr lang="en-US"/>
              <a:t>MPECs </a:t>
            </a:r>
            <a:r>
              <a:rPr lang="en-US" dirty="0"/>
              <a:t>for calibration</a:t>
            </a:r>
          </a:p>
        </p:txBody>
      </p:sp>
    </p:spTree>
    <p:extLst>
      <p:ext uri="{BB962C8B-B14F-4D97-AF65-F5344CB8AC3E}">
        <p14:creationId xmlns:p14="http://schemas.microsoft.com/office/powerpoint/2010/main" val="3044764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3CDC6-32B2-1800-36A0-908525F6F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72305-7C56-1BC7-38FA-F9B0B2DD1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Mineral data gathered by student from USGS </a:t>
            </a:r>
          </a:p>
          <a:p>
            <a:pPr lvl="1"/>
            <a:r>
              <a:rPr lang="en-US" dirty="0"/>
              <a:t>production - tonnes</a:t>
            </a:r>
          </a:p>
          <a:p>
            <a:pPr lvl="1"/>
            <a:r>
              <a:rPr lang="en-US" dirty="0"/>
              <a:t>price - $ / tonne</a:t>
            </a:r>
          </a:p>
          <a:p>
            <a:pPr lvl="1"/>
            <a:r>
              <a:rPr lang="en-US" dirty="0"/>
              <a:t>Currently – rare earths bundled</a:t>
            </a:r>
          </a:p>
          <a:p>
            <a:r>
              <a:rPr lang="en-US" dirty="0"/>
              <a:t>Built that first as a calibrated, perfect-competition MCP</a:t>
            </a:r>
          </a:p>
          <a:p>
            <a:pPr lvl="1"/>
            <a:r>
              <a:rPr lang="en-US" dirty="0"/>
              <a:t>Market clearing and zero profit conditions</a:t>
            </a:r>
          </a:p>
          <a:p>
            <a:pPr lvl="1"/>
            <a:r>
              <a:rPr lang="en-US" dirty="0"/>
              <a:t>Check benchmark recreation</a:t>
            </a:r>
          </a:p>
          <a:p>
            <a:r>
              <a:rPr lang="en-US" dirty="0"/>
              <a:t>Added on game theory elements (Cournot)</a:t>
            </a:r>
          </a:p>
          <a:p>
            <a:r>
              <a:rPr lang="en-US" dirty="0"/>
              <a:t>Set up auto-calibration via MPEC</a:t>
            </a:r>
          </a:p>
          <a:p>
            <a:r>
              <a:rPr lang="en-US" dirty="0"/>
              <a:t>Re-created equilibrium</a:t>
            </a:r>
          </a:p>
          <a:p>
            <a:r>
              <a:rPr lang="en-US" dirty="0"/>
              <a:t>Running demand shocks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180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</TotalTime>
  <Words>64</Words>
  <Application>Microsoft Macintosh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EBGN645</vt:lpstr>
      <vt:lpstr>Some background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Maxwell Brown</dc:creator>
  <cp:lastModifiedBy>Maxwell Brown</cp:lastModifiedBy>
  <cp:revision>3</cp:revision>
  <dcterms:created xsi:type="dcterms:W3CDTF">2025-11-19T03:47:21Z</dcterms:created>
  <dcterms:modified xsi:type="dcterms:W3CDTF">2025-11-19T15:39:24Z</dcterms:modified>
</cp:coreProperties>
</file>